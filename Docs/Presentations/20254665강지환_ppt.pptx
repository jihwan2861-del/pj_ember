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5" r:id="rId3"/>
    <p:sldId id="264" r:id="rId4"/>
    <p:sldId id="257" r:id="rId5"/>
    <p:sldId id="259" r:id="rId6"/>
    <p:sldId id="258" r:id="rId7"/>
    <p:sldId id="260" r:id="rId8"/>
    <p:sldId id="266" r:id="rId9"/>
    <p:sldId id="262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250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22:07:21.54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4108 7883,'-16'-555,"15"447,-5 33,3 1,3-1,4 1,3-1,3 1,4 1,3 0,2 1,4 1,20-40,87-50,-129 160,0-1,0 1,0 0,0-1,0 1,0 0,0 0,0-1,0 1,1 0,-1 0,0 0,1 1,-1-1,1 0,-1 0,1 1,-1-1,1 1,-1-1,1 1,0 0,-1 0,1-1,-1 1,1 0,0 1,-1-1,1 0,0 0,-1 1,1-1,-1 1,1-1,-1 1,1 0,-1-1,1 1,-1 0,0 0,1 0,-1 0,0 0,0 1,0-1,0 0,0 0,0 1,0-1,0 1,0-1,-1 1,1-1,-1 1,1-1,-1 1,1-1,-1 1,0 1,13 39,-3 0,-1 1,-3 0,-1 1,-1 31,10 73,-15-148,1 1,0 0,-1 0,1 0,0 0,-1-1,1 1,0 0,0 0,0 0,0 0,0 0,0 0,0 0,0-1,0 1,0 0,1 0,-1 0,0 0,0 0,1-1,-1 1,1 0,-1 0,1-1,-1 1,1 0,-1-1,1 1,0 0,-1-1,1 1,0-1,-1 1,1-1,0 1,0-1,0 0,-1 1,1-1,0 0,0 1,0-1,0 0,0 0,0 0,-1 0,1 0,0 0,0 0,0 0,0-1,0 1,0 0,-1 0,1-1,0 1,0 0,0-1,-1 1,1-1,0 1,0-1,-1 0,1 1,-1-1,1 0,0 1,42-64,-35 50,-4 6,32-57,3 1,3 3,2 1,3 2,2 2,40-34,-88 89,1 0,-1 0,0 0,0 0,0 0,1 0,-1 0,1 1,-1-1,0 0,1 1,-1-1,1 1,0 0,-1-1,1 1,-1 0,1 0,-1 0,1 0,-1 0,1 0,0 1,-1-1,1 0,-1 1,1-1,-1 1,1 0,-1-1,0 1,1 0,-1 0,0 0,0 0,1 0,-1 0,0 0,0 1,0-1,0 0,-1 0,1 1,0-1,0 1,-1-1,1 1,-1-1,1 1,-1-1,0 1,0-1,1 1,-1-1,0 1,0 0,-1-1,1 1,0-1,0 1,-1-1,1 1,-1-1,1 1,-1-1,0 1,0-1,0 1,2 53,20 71,-17-125,-1 1,1-1,0 0,-1 0,1-1,0 1,0-1,-1 0,1 0,0 0,0 0,-1-1,1 1,0-1,0 0,-1 0,1-1,-1 1,1-1,-1 1,0-1,1 0,-1 0,0-1,0 1,-1-1,1 1,1-3,4 0,144-103,-95 64,2 3,2 2,1 4,7-1,-67 34,0 1,0-1,1 0,-1 1,1 0,-1 0,1 0,-1 0,1 0,-1 0,1 0,0 1,0 0,-1-1,1 1,0 0,0 0,-1 0,1 1,0-1,0 1,-1 0,1-1,0 1,-1 0,1 1,-1-1,1 0,-1 1,0-1,0 1,0 0,0 0,0 0,0 0,0 0,0 0,-1 0,1 0,-1 1,1-1,-1 1,0-1,0 1,0 0,-1 0,-4 262,4-263,-1 0,1 0,0 0,0 0,0 0,0 0,0 0,0 0,1 0,-1 0,1 0,-1 0,1 0,0 0,-1 0,1-1,0 1,0 0,1 0,-1-1,0 1,0-1,1 1,-1-1,1 0,-1 1,1-1,0 0,0 0,-1 0,1 0,0 0,0-1,0 1,0 0,0-1,0 0,0 1,0-1,0 0,0 0,0 0,0 0,0 0,0-1,0 1,0-1,99-42,-71 27,-17 9,-10 5,0-1,0 1,0 0,0 0,1 0,-1 0,0 1,1-1,0 1,-1 0,1 0,0 0,-1 0,1 1,0-1,0 1,0 0,0 0,-1 1,1-1,0 1,0 0,-1 0,1 0,0 0,-1 1,4 1,21 152,37 321,-18-158,1 248,-45-474,-4 0,-4 0,-5 0,-7 21,11-81,-1-1,-2 0,-1 0,-1-1,-2-1,-1 0,-1 0,-2-2,-1 0,0-1,-2 0,-1-2,-23 20,23-30,-1-2,0 0,-1-2,-1 0,1-1,-1-2,-1 0,0-2,1-1,-1 0,-1-2,1-1,0-1,0-2,-11-1,-33 3,-134 8,110 0,0-5,0-3,1-5,-1-4,1-3,-29-11,90 12,1-1,1-2,0-1,1-1,0-1,1-2,2 0,0-2,1-1,0-1,2 0,1-2,1-1,-11-20,14 14,2-1,2 0,0-1,3 0,1-1,1 0,2-1,1 0,2 0,2 0,1 0,2 0,3-12,-5 42,1 0,0 1,1-1,0 0,-1 1,2-1,-1 1,0 0,1 0,0 0,1 0,-1 0,1 1,-1 0,1-1,1 1,-1 1,1-1,-1 1,1-1,0 1,0 1,0-1,6-1,2-4,13-8</inkml:trace>
  <inkml:trace contextRef="#ctx0" brushRef="#br0" timeOffset="1374.053">4616 7604,'-5'0,"0"0,0 1,0-1,0 1,0 0,0 0,0 0,0 1,0 0,1 0,-1 0,1 1,-1-1,1 1,0 0,0 0,0 0,0 1,1 0,-1-1,1 1,0 0,0 1,1-1,-1 0,1 1,0 0,0-1,0 1,1 0,0 0,0 0,0 0,0 3,-2 1,1 1,0 0,0-1,1 1,0 0,1 0,0 0,0 0,1 0,0-1,1 1,0 0,2 2,-1-11,0 0,0 1,0-1,0 0,0 0,0-1,0 1,0-1,1 1,-1-1,0 0,0 0,1-1,-1 1,0-1,0 1,0-1,1 0,-1 0,0 0,0-1,-1 1,1-1,0 0,0 1,-1-1,1 0,-1-1,0 1,1 0,-1-1,0 1,0-1,1-2,0 2,11-9,1 2,-1-1,1-1,-2 0,0-1,0-1,-2 0,1 0,-2-1,0-1,-1 0,0 0,-1 0,-1-1,3-12,-10 26,-1 0,0 0,0 1,0-1,0 1,0-1,0 1,-1-1,1 1,-1 0,0-1,0 1,1 0,-2 0,1 0,0 1,0-1,0 0,-1 1,1-1,-1 1,1 0,-1 0,0 0,1 0,-1 1,0-1,0 1,1-1,-1 1,0 0,0 0,0 0,1 0,-1 1,0-1,0 1,1 0,-1 0,0 0,1 0,-1 0,1 0,-1 1,1-1,0 1,0 0,-1 0,1-1,0 1,0 1,-1 0,-4 6,0-1,0 1,1 0,0 1,1-1,0 1,1 0,0 1,0-1,1 1,0-1,1 1,0 0,1 0,0 0,1 8,-1-14,1-1,-1 1,1 0,1-1,-1 1,1-1,0 1,0 0,0-1,0 0,1 1,-1-1,1 0,1 0,-1 0,0 0,1 0,0 0,0-1,0 1,0-1,1 0,-1 0,1 0,0 0,0-1,0 0,0 0,0 0,0 0,1 0,-1-1,1 0,-1 0,1 0,-1 0,1-1,-1 0,5 0,0-4,0 0,-1 0,0-1,0 0,0 0,0-1,-1 0,0-1,0 1,-1-1,0-1,0 1,0-1,-1 0,0 0,-1-1,0 0,0 1,-1-1,0 0,-1-1,0 1,0 0,-1-1,0 1,-1-1,0 1,0-1,-2-7,2 15,0 1,0-1,0 0,0 1,-1-1,1 1,-1-1,1 1,-1-1,1 1,-1-1,0 1,0 0,1-1,-1 1,0 0,0-1,-1 1,1 0,0 0,0 0,0 0,-1 0,1 0,-1 1,1-1,0 0,-1 1,1-1,-1 1,0-1,1 1,-1 0,1 0,-1-1,1 1,-1 0,0 1,1-1,-1 0,1 0,-1 1,0-1,1 1,-1-1,0 1,-71 31,57-18,0-1,1 2,1 0,0 1,1 1,0 0,2 0,0 1,1 0,1 1,0 1,2-1,0 1,1 0,2 1,0-1,0 1,2 0,1 0,1 9,-1-27,1-1,0 0,0 1,0-1,0 0,1 1,-1-1,1 0,-1 0,1 1,0-1,0 0,0 0,0 0,0 0,0 0,0 0,1 0,-1 0,1-1,-1 1,1-1,0 1,0-1,0 1,0-1,0 0,0 0,0 0,0 0,0 0,0 0,1-1,-1 1,0-1,0 0,1 1,-1-1,0 0,1 0,-1-1,0 1,1 0,-1-1,0 1,0-1,2-1,101-47,-81 35,0-2,0-1,-2-1,0 0,-1-2,-1 0,-1-2,-1 0,-1-1,0-1,-2 0,-1-1,-1-1,-1 0,-11 23,0 0,-1 0,1 0,-1 0,1 0,-1 0,0 0,0 0,0 0,-1 0,1 0,-1 0,1 0,-1 0,0 0,0 0,-1 1,1-1,0 0,-1 1,0-1,1 1,-1-1,0 1,0 0,-1 0,1 0,0 0,-1 0,1 1,-1-1,1 1,-1-1,0 1,0 0,0 0,0 0,1 1,-1-1,0 1,0-1,0 1,0 0,0 0,0 0,0 1,0-1,0 1,0-1,0 1,-2 1,1-2,0 0,1 0,-1 0,1 0,-1 1,0-1,1 1,-1 0,1 0,0 0,-1 0,1 1,0 0,0-1,-1 1,1 0,1 1,-1-1,0 0,1 1,-1-1,1 1,0 0,-1 0,1 0,1 0,-1 0,0 1,1-1,0 0,0 1,0-1,0 1,0-1,1 1,-1 0,1-1,0 1,0-1,1 1,-1 0,1-1,-1 1,1-1,1 2,3 0,1-1,-1 0,1 0,0 0,1-1,-1 0,0 0,1 0,0-1,-1 0,1 0,0-1,0 0,0 0,0-1,0 0,6 0,-6 0,80-1,-63-3</inkml:trace>
  <inkml:trace contextRef="#ctx0" brushRef="#br0" timeOffset="2780.361">5534 7654,'-4'2,"1"1,0-1,0 1,0 0,1 0,-1 1,1-1,0 0,0 1,0-1,0 1,0 0,1 0,0 0,0 0,0 0,0 0,0 0,1 0,0 0,0 0,0 0,0 0,1 0,-1 0,1 0,1 4,-1 5,-2-11,0 0,0 0,0 0,0 0,1 1,-1-1,1 0,0 0,0 1,0-1,0 0,0 0,0 1,0-1,1 0,-1 0,1 0,0 1,-1-1,1 0,0 0,0 0,1 0,-1 0,0 0,1-1,-1 1,1 0,-1-1,1 1,0-1,0 1,-1-1,1 0,0 0,0 0,1 0,-1 0,0 0,0-1,0 1,0-1,1 1,-1-1,0 0,0 0,1 0,-1 0,0 0,0-1,1 1,-1-1,0 1,0-1,0 0,0 0,0 0,0 0,0 0,0 0,0-1,0 1,0-1,7-8,0-1,-1 0,0 0,0-1,-2 0,1 0,-2-1,1 0,-2 0,0 0,0 0,-1-1,-1 0,0 1,-1-1,-1-12,0 24,-1 0,0-1,0 1,0 0,0 0,0 0,-1 0,1 0,-1 0,1 1,-1-1,0 0,1 1,-1-1,0 1,0-1,0 1,0 0,0 0,-1 0,1 0,0 0,0 1,-1-1,1 1,0-1,-1 1,1 0,0 0,-1 0,1 0,0 0,-1 1,1-1,0 1,-1-1,1 1,0 0,0 0,-1 0,1 0,0 0,0 1,0-1,1 1,-1-1,0 1,0 0,1-1,-1 1,1 0,0 0,-1 0,1 0,0 0,0 0,0 1,1-1,-11 10,1 0,1 1,0 0,0 1,2 0,0 0,0 1,1 0,1 0,1 0,0 0,1 1,0 0,1-1,1 1,1 0,1 8,-1-21,1 0,-1 0,1 0,0 0,0 0,0 0,1 0,-1 0,1-1,-1 1,1-1,0 1,0-1,0 0,0 1,0-1,1 0,-1 0,1-1,-1 1,1 0,0-1,0 0,-1 1,1-1,0 0,0-1,0 1,0 0,0-1,1 0,-1 0,0 0,0 0,0 0,0 0,2-1,111-41,-109 35,1 0,-1 0,-1 0,1-1,-1 0,-1 0,1-1,-1 0,-1 1,0-2,0 1,-1 0,0-1,0 0,-1 1,-1-1,0 0,0 0,0 0,-2 0,1 0,-2-6,2 13,-1 0,0 1,0-1,1 0,-2 1,1-1,0 1,0 0,-1-1,1 1,-1 0,0 0,0 0,0 0,0 0,0 0,0 1,0-1,0 1,-1-1,1 1,-1 0,1 0,-1 0,1 0,-1 0,0 1,1-1,-1 1,0 0,0 0,1 0,-1 0,0 0,0 0,1 1,-1-1,0 1,-1 1,-100 45,96-41,-1 1,2 0,-1 1,1-1,0 1,1 1,0 0,0-1,1 2,0-1,1 1,0-1,0 1,1 0,0 1,1-1,0 0,1 1,0-1,0 1,1 0,1-1,0 3,2-10,1 0,-1 0,0-1,1 1,0-1,0 0,0 0,0 0,0-1,0 0,0 1,0-1,0-1,1 1,-1-1,0 1,1-1,-1 0,0-1,1 1,-1-1,0 0,0 0,1 0,-1-1,0 1,0-1,0 0,-1 0,1 0,0-1,-1 1,0-1,3-2,2 1,0 0,0 0,0 0,-1-1,0-1,0 1,0-1,0 0,-1 0,0-1,-1 0,1 0,-1-1,-1 1,1-1,-1 0,-1 0,1-1,-1 1,-1-1,0 1,0-1,0 0,-1 0,-1 0,1 1,-1-2,-3 7,1 1,0 0,-1 0,1 0,-1 1,1-1,-1 0,0 1,0 0,0 0,0 0,0 0,0 0,0 0,0 1,0 0,0-1,0 1,0 0,0 1,0-1,-1 0,1 1,0 0,0 0,0 0,0 0,1 0,-1 0,0 1,0 0,1-1,-1 1,1 0,0 0,-1 0,0 2,-3 0,0 0,1 0,-1 1,1 0,0 0,0 0,1 0,-1 1,1 0,1 0,-1 0,1 0,0 1,0-1,1 1,0 0,0 0,0 0,1 1,1-7,0 1,0-1,0 0,0 0,0 0,1 0,-1 0,0 0,1 0,-1 1,1-1,-1 0,1 0,-1 0,1-1,0 1,-1 0,1 0,0 0,0 0,0-1,0 1,0 0,-1-1,1 1,0-1,0 1,1-1,-1 1,0-1,0 0,0 1,0-1,0 0,0 0,0 0,1 0,-1 0,0 0,0 0,0 0,0-1,0 1,0 0,1-1,-1 1,0 0,0-1,0 0,0 1,0-1,0 0,49-38,-45 32,0 0,-1-1,0 1,0-1,-1 0,0 0,-1-1,1 1,-2 0,1-1,-1 0,0 1,-1-1,0 1,-1-9,0 15,1 1,-1 0,1 0,-1 0,0 0,0 0,1 0,-1 0,0 0,0 0,0 0,0 0,0 0,0 1,0-1,0 0,-1 1,1-1,0 1,0-1,-1 1,1 0,0 0,0-1,-1 1,1 0,0 0,-1 0,1 0,0 0,0 1,-1-1,1 0,0 0,0 1,-1-1,1 1,0-1,0 1,0 0,0 0,0-1,0 1,0 0,0 0,0 0,0 0,0 0,0 0,0 0,-47 51,49-52,1-1,-1 1,0 0,0 0,1 0,-1 0,0 0,0 0,1 1,-1-1,0 0,0 1,0-1,1 1,-1-1,0 1,0-1,0 1,0 0,0-1,0 1,0 0,0 0,0 0,-1 0,1 0,0 0,0 0,-1 0,1 0,-1 0,1 1,-1-1,1 0,-1 0,0 0,0 1,1-1,-1 0,0 0,0 1,0-1,0 0,-1 0,1 1,0-1,0 0,-1 0,1 0,-1 1,1-1,-1 0,0 0,1 0,-1 0,0 0,0 0,1 0,-1 0,0 0,0-1,0 1,0 0,0 0,0-1,-1 1,57-58,-47 44</inkml:trace>
  <inkml:trace contextRef="#ctx0" brushRef="#br0" timeOffset="5410.366">4010 8538,'-38'67,"-3"59,5 2,7 1,5 1,5 1,6 1,6 0,6 1,11 72,-10-186,0 6,1 0,1 0,1 0,1-1,2 1,0-1,1-1,9 19,-15-40,0 1,0-1,1 0,-1 0,0 0,1 0,-1 0,1 0,0 0,0 0,0-1,-1 1,2-1,-1 0,0 1,0-1,0 0,1 0,-1 0,0 0,1-1,-1 1,1-1,-1 1,1-1,-1 0,0 0,1 0,-1 0,1 0,-1-1,1 1,-1-1,1 0,-1 0,0 0,1 0,1-1,88-61,-72 47,109-102,-127 117,-1 0,0 0,1 0,-1 1,1-1,-1 0,1 1,0-1,-1 1,1-1,0 1,-1 0,1-1,0 1,-1 0,1 0,0 0,-1 1,1-1,0 0,-1 1,1-1,0 1,-1-1,1 1,-1 0,1 0,-1 0,1-1,-1 1,0 1,1-1,-1 0,0 0,0 0,0 1,0-1,0 0,0 1,0-1,0 2,42 71,-40-69,227 595,-229-595,0 0,0 0,1 0,0 0,0 0,0 0,1-1,0 1,0-1,0 0,0 0,0 0,1 0,0-1,0 1,0-1,0 0,0 0,1 0,-1-1,1 1,0-1,0 0,0-1,0 1,0-1,0 0,0 0,0-1,0 1,1-1,3-1,3 1,-1 0,1-1,0 0,-1-1,0-1,1 0,-1 0,0-1,-1-1,1 1,-1-2,0 0,0 0,0 0,-1-1,0-1,-1 0,1 0,-2 0,1-1,-1 0,0-1,-1 1,0-1,-1-1,0 1,0-1,-1 0,-1 0,0 0,0 0,-1-1,-2 4,4-26,11 40,123 282,-16-166,-118-119,1 0,-1 0,1-1,0 1,0-1,0-1,0 1,0-1,1 0,-1 0,0 0,1-1,-1 0,0 0,1 0,-1 0,0-1,1 0,-1 0,0-1,0 1,0-1,0 0,0-1,0 1,-1-1,1 0,-1 0,0 0,2-2,11-13,-1-1,-1 0,-1-1,-1 0,0-1,-1 0,-2-1,0-1,-2 0,0 0,-1 0,-2-1,0 0,-2 0,0-1,-2 1,0 0,-2-1,-1 1,-3-15,2-2,3-1,1 1,1 0,3-1,1 1,3 1,1 0,5-12,-12 49,0 1,0 0,1 0,-1 0,0 1,1-1,-1 1,1 0,0 0,-1 0,1 0,0 0,0 1,-1 0,1 0,0 0,0 0,0 1,-1-1,1 1,0 0,-1 0,1 0,-1 1,1-1,-1 1,1 0,-1 0,0 0,0 0,0 0,0 1,0 1,34 12,-5-7,-1-2,1-1,0-1,0-1,1-2,-1-2,32-2,-56-1,0 0,-1 0,1-1,-1 0,0 0,0-1,-1 0,1 0,-1-1,0 1,-1-1,1-1,-1 1,0-1,-1 0,0 0,0 0,0 0,-1-1,0 1,0-1,-1 0,0 0,-1 0,1 0,-2-1,1 1,-1 0,0 0,-1 0,0-1,0 1,-1 0,7-48,22-294,-18-297,-10 447,1 173</inkml:trace>
  <inkml:trace contextRef="#ctx0" brushRef="#br0" timeOffset="12796.961">16874 3262,'29'-27,"32"-1,2 2,0 3,2 3,0 3,57-7,-110 22,434-68,2 19,2 20,192 21,-331-1,0 15,0 12,-2 15,-1 12,150 48,-456-90,25 3,0 1,0 1,0 1,-1 2,0 0,0 2,-2 1,1 1,-1 1,-1 1,-1 1,0 1,-1 1,-1 0,0 2,-2 1,0 0,14 23,-2 34,-5 1,-2 1,-4 1,1 32,-2 10,-6 1,-5 0,-6 0,-8 58,5-129,-3 1,-2-1,-2 0,-2-1,-3 0,-2-1,-2 0,-2-2,-3 0,-1-2,-3 0,-1-2,-15 16,-10-1,-2-1,-3-3,-2-3,-3-2,-1-3,-3-3,-1-3,-3-3,-1-3,-1-4,-2-2,-45 10,24-18,-1-4,0-4,-1-4,0-4,-1-5,-17-5,-426-56,318 28,119 22,0-4,1-5,1-4,1-5,1-5,2-3,-45-26,-92-78,-156-126,-230-217,79 24,145 202,394 255,-1-1,-1-1,1 1,0-1,0 0,0 0,1 0,-1-1,1 0,0 0,0 0,1 0,-1 0,1-1,0 1,1-1,-2-4,5 8,0 1,0-1,0 0,0 0,1 0,-1 1,0-1,1 1,-1-1,1 1,0 0,-1-1,1 1,0 0,0 0,0 0,0 0,0 0,0 1,0-1,0 1,0-1,0 1,0 0,0 0,0 0,0 0,1 0,-1 0,0 0,1 1,3-1,390 23,-385-21,-5 0,0 0,0 0,1-1,-1 0,0 0,1 0,-1 0,0-1,1 0,-1-1,0 0,1 1,-1-2,0 1,0-1,1 0,-2 0,1-1,0 0,0 0,-1 0,0-1,1 0,-1 0,-1 0,1 0,0-1,-1 0,0 0,2-3,-3-12,-1 1,-1-1,-1 0,0 0,-1 1,-2-1,0 1,-1-1,0 1,-2 0,-4-9,2 0,-30-131,39 155,1 1,0 0,0 1,1-1,-1 0,1 1,-1-1,1 1,0 0,0 0,0 0,0 0,0 0,0 1,1-1,-1 1,0 0,1 0,-1 0,1 1,-1-1,1 1,0 0,-1-1,1 2,-1-1,1 0,-1 1,1 0,-1 0,1 0,-1 0,1 0,-1 1,0-2,542 127,-542-125,-1 0,1 0,0-1,0 1,0-1,0 0,0 0,0 0,0 0,1-1,-1 1,0-1,0 0,1 0,-1 0,0 0,0 0,1-1,-1 1,0-1,0 0,0 0,0 0,0-1,0 1,0-1,0 1,-1-1,1 0,0 0,-1 0,0-1,1 1,-1 0,0-1,0 0,0 1,-1-1,1 0,-1 0,0 0,1 0,-1 0,0 0,-1-1,-7-16,0-1,-2 1,-1 1,0 0,-1 0,-1 1,-1 0,-1 1,-8-8,-22-31,21 26,12 17,0-1,0 1,2-2,-1 0,2 0,0 0,1-1,0 0,2-1,0 1,0-1,1-3,6 16,1-1,-1 0,1 1,0 0,0-1,1 1,-1 0,1 1,0-1,0 0,0 1,0 0,0 0,1 1,0-1,-1 1,1 0,0 0,0 0,0 1,0-1,0 1,1 1,-1-1,0 1,0 0,1 0,-1 0,3 1,62 1,0 3,0 3,-1 2,-1 4,0 3,-1 3,0 2,-2 4,31 18,-34-19,192 79,-251-104,0-1,1 0,-1 0,0 0,0 0,-1 0,1-1,0 1,0-1,-1 0,1 0,-1 0,1 0,-1 0,0-1,0 1,0-1,0 1,0-1,-1 0,1 0,-1 0,0 0,0 0,0 0,0 0,0 0,-1 0,1 0,-1 0,0-1,0 1,0 0,0 0,-1 0,1 0,-1-1,0 1,0 0,0 0,0 0,-1 0,1 1,-1-1,1 0,-2-1,0-13,-12-126,16 140,0 0,1 1,-1-1,1 1,0 0,0-1,0 1,0 0,0 0,0 0,1 1,-1-1,0 0,1 1,0 0,-1-1,1 1,0 0,-1 0,1 1,0-1,0 1,0-1,0 1,0 0,0 0,0 0,-1 0,1 1,1-1,1 0,116-3,0 5,102 16,2-1,-182-14</inkml:trace>
  <inkml:trace contextRef="#ctx0" brushRef="#br0" timeOffset="13877.18">8369 8260,'2073'-27,"-1462"26,-1-27,-1-27,278-72,-705 87,-2-7,-3-9,-2-7,-2-7,-4-8,-4-7,151-105,59-102,-224 168,5 6,35-12,622-309,-27 17,-742 398,-1-2,-1-3,-2-1,0-2,-2-1,-2-2,-1-2,13-19,-30 27</inkml:trace>
  <inkml:trace contextRef="#ctx0" brushRef="#br0" timeOffset="14355.952">16382 5736,'37'-31,"1"1,2 2,1 2,1 1,1 3,34-13,-75 34,83-39,1 3,2 4,2 4,0 4,2 4,51-4,-138 24,0 0,1 0,-1 1,0-1,0 1,0 0,1 1,-1-1,0 1,0 0,0 0,0 1,0 0,0-1,0 2,-1-1,1 0,-1 1,1 0,-1 0,0 1,0-1,0 1,-1-1,1 1,-1 0,0 1,0-1,0 0,-1 1,0 0,0 0,0-1,0 1,-1 0,1 0,-1 1,-1-1,1 5,7 54,-3 1,-3 0,-2 0,-4 0,-9 48,2 13,-22 195,44-267,0-35</inkml:trace>
  <inkml:trace contextRef="#ctx0" brushRef="#br0" timeOffset="16055.405">21888 3983,'-2'13,"0"0,1 0,0 0,1 1,1-1,0 0,0 0,2 0,-1 0,2 0,0 0,0-1,1 1,1-1,0-1,1 1,0-1,0 0,1 0,1-1,0 0,0-1,1 0,0 0,0-1,1-1,8 5,12-2,0-1,1-2,0-1,0-2,0 0,1-3,23-1,-10 1,234 0,-1-12,-1-13,0-11,-3-13,-2-12,189-70,-362 99,-1-5,-2-5,-3-3,75-48,-138 73,-2 0,0-3,-2 0,0-1,-2-2,0-1,-2 0,-1-2,-1-1,-2 0,0-2,-2 0,-2-1,-1 0,-1-1,-2-1,8-31,-4-1,-3 0,-2-1,-4 0,-2 0,-4 0,-2 0,-8-42,-3 66,-3 0,-1 2,-2 0,-2 1,-1 1,-2 1,-2 1,-2 1,0 2,-3 1,-1 1,-1 2,-1 1,-2 1,-1 2,-11-4,-206-136,-7 12,-6 10,-130-42,20 14,-8 15,-6 18,-6 17,-126-10,10 46,-4 22,-2 23,-474 25,-1807-23,187-21,88 190,-78-116,1556-18,-3550 4,4295 11,1 13,-142 36,195-22,-1-10,-244-5,461-24</inkml:trace>
  <inkml:trace contextRef="#ctx0" brushRef="#br0" timeOffset="16787.812">2633 1,'-249'49,"-432"71,316-64,3 16,-347 118,674-178,12-5,1 0,0 1,0 2,1 0,1 1,-1 1,-17 15,34-23,-1 1,1 0,1 0,-1 1,1-1,0 1,0-1,0 1,1 0,0 0,0 1,1-1,0 0,0 0,0 1,1-1,-1 0,2 1,-1-1,1 1,0-1,0 0,0 0,1 1,0-1,3 4,77 150,-32-100,3-3,2-3,2-2,3-2,1-3,3-3,2-3,1-2,2-4,1-2,2-4,1-3,53 12,123 34,3-10,2-12,209 13,780 16,-1209-77,1036 41,-1006-38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22:33:11.58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4108 7883,'-16'-555,"15"447,-5 33,3 1,3-1,4 1,3-1,3 1,4 1,3 0,2 1,4 1,20-40,87-50,-129 160,0-1,0 1,0 0,0-1,0 1,0 0,0 0,0-1,0 1,1 0,-1 0,0 0,1 1,-1-1,1 0,-1 0,1 1,-1-1,1 1,-1-1,1 1,0 0,-1 0,1-1,-1 1,1 0,0 1,-1-1,1 0,0 0,-1 1,1-1,-1 1,1-1,-1 1,1 0,-1-1,1 1,-1 0,0 0,1 0,-1 0,0 0,0 1,0-1,0 0,0 0,0 1,0-1,0 1,0-1,-1 1,1-1,-1 1,1-1,-1 1,1-1,-1 1,0 1,13 39,-3 0,-1 1,-3 0,-1 1,-1 31,10 73,-15-148,1 1,0 0,-1 0,1 0,0 0,-1-1,1 1,0 0,0 0,0 0,0 0,0 0,0 0,0 0,0-1,0 1,0 0,1 0,-1 0,0 0,0 0,1-1,-1 1,1 0,-1 0,1-1,-1 1,1 0,-1-1,1 1,0 0,-1-1,1 1,0-1,-1 1,1-1,0 1,0-1,0 0,-1 1,1-1,0 0,0 1,0-1,0 0,0 0,0 0,-1 0,1 0,0 0,0 0,0 0,0-1,0 1,0 0,-1 0,1-1,0 1,0 0,0-1,-1 1,1-1,0 1,0-1,-1 0,1 1,-1-1,1 0,0 1,42-64,-35 50,-4 6,32-57,3 1,3 3,2 1,3 2,2 2,40-34,-88 89,1 0,-1 0,0 0,0 0,0 0,1 0,-1 0,1 1,-1-1,0 0,1 1,-1-1,1 1,0 0,-1-1,1 1,-1 0,1 0,-1 0,1 0,-1 0,1 0,0 1,-1-1,1 0,-1 1,1-1,-1 1,1 0,-1-1,0 1,1 0,-1 0,0 0,0 0,1 0,-1 0,0 0,0 1,0-1,0 0,-1 0,1 1,0-1,0 1,-1-1,1 1,-1-1,1 1,-1-1,0 1,0-1,1 1,-1-1,0 1,0 0,-1-1,1 1,0-1,0 1,-1-1,1 1,-1-1,1 1,-1-1,0 1,0-1,0 1,2 53,20 71,-17-125,-1 1,1-1,0 0,-1 0,1-1,0 1,0-1,-1 0,1 0,0 0,0 0,-1-1,1 1,0-1,0 0,-1 0,1-1,-1 1,1-1,-1 1,0-1,1 0,-1 0,0-1,0 1,-1-1,1 1,1-3,4 0,144-103,-95 64,2 3,2 2,1 4,7-1,-67 34,0 1,0-1,1 0,-1 1,1 0,-1 0,1 0,-1 0,1 0,-1 0,1 0,0 1,0 0,-1-1,1 1,0 0,0 0,-1 0,1 1,0-1,0 1,-1 0,1-1,0 1,-1 0,1 1,-1-1,1 0,-1 1,0-1,0 1,0 0,0 0,0 0,0 0,0 0,0 0,-1 0,1 0,-1 1,1-1,-1 1,0-1,0 1,0 0,-1 0,-4 262,4-263,-1 0,1 0,0 0,0 0,0 0,0 0,0 0,0 0,1 0,-1 0,1 0,-1 0,1 0,0 0,-1 0,1-1,0 1,0 0,1 0,-1-1,0 1,0-1,1 1,-1-1,1 0,-1 1,1-1,0 0,0 0,-1 0,1 0,0 0,0-1,0 1,0 0,0-1,0 0,0 1,0-1,0 0,0 0,0 0,0 0,0 0,0-1,0 1,0-1,99-42,-71 27,-17 9,-10 5,0-1,0 1,0 0,0 0,1 0,-1 0,0 1,1-1,0 1,-1 0,1 0,0 0,-1 0,1 1,0-1,0 1,0 0,0 0,-1 1,1-1,0 1,0 0,-1 0,1 0,0 0,-1 1,4 1,21 152,37 321,-18-158,1 248,-45-474,-4 0,-4 0,-5 0,-7 21,11-81,-1-1,-2 0,-1 0,-1-1,-2-1,-1 0,-1 0,-2-2,-1 0,0-1,-2 0,-1-2,-23 20,23-30,-1-2,0 0,-1-2,-1 0,1-1,-1-2,-1 0,0-2,1-1,-1 0,-1-2,1-1,0-1,0-2,-11-1,-33 3,-134 8,110 0,0-5,0-3,1-5,-1-4,1-3,-29-11,90 12,1-1,1-2,0-1,1-1,0-1,1-2,2 0,0-2,1-1,0-1,2 0,1-2,1-1,-11-20,14 14,2-1,2 0,0-1,3 0,1-1,1 0,2-1,1 0,2 0,2 0,1 0,2 0,3-12,-5 42,1 0,0 1,1-1,0 0,-1 1,2-1,-1 1,0 0,1 0,0 0,1 0,-1 0,1 1,-1 0,1-1,1 1,-1 1,1-1,-1 1,1-1,0 1,0 1,0-1,6-1,2-4,13-8</inkml:trace>
  <inkml:trace contextRef="#ctx0" brushRef="#br0" timeOffset="1">4616 7604,'-5'0,"0"0,0 1,0-1,0 1,0 0,0 0,0 0,0 1,0 0,1 0,-1 0,1 1,-1-1,1 1,0 0,0 0,0 0,0 1,1 0,-1-1,1 1,0 0,0 1,1-1,-1 0,1 1,0 0,0-1,0 1,1 0,0 0,0 0,0 0,0 3,-2 1,1 1,0 0,0-1,1 1,0 0,1 0,0 0,0 0,1 0,0-1,1 1,0 0,2 2,-1-11,0 0,0 1,0-1,0 0,0 0,0-1,0 1,0-1,1 1,-1-1,0 0,0 0,1-1,-1 1,0-1,0 1,0-1,1 0,-1 0,0 0,0-1,-1 1,1-1,0 0,0 1,-1-1,1 0,-1-1,0 1,1 0,-1-1,0 1,0-1,1-2,0 2,11-9,1 2,-1-1,1-1,-2 0,0-1,0-1,-2 0,1 0,-2-1,0-1,-1 0,0 0,-1 0,-1-1,3-12,-10 26,-1 0,0 0,0 1,0-1,0 1,0-1,0 1,-1-1,1 1,-1 0,0-1,0 1,1 0,-2 0,1 0,0 1,0-1,0 0,-1 1,1-1,-1 1,1 0,-1 0,0 0,1 0,-1 1,0-1,0 1,1-1,-1 1,0 0,0 0,0 0,1 0,-1 1,0-1,0 1,1 0,-1 0,0 0,1 0,-1 0,1 0,-1 1,1-1,0 1,0 0,-1 0,1-1,0 1,0 1,-1 0,-4 6,0-1,0 1,1 0,0 1,1-1,0 1,1 0,0 1,0-1,1 1,0-1,1 1,0 0,1 0,0 0,1 8,-1-14,1-1,-1 1,1 0,1-1,-1 1,1-1,0 1,0 0,0-1,0 0,1 1,-1-1,1 0,1 0,-1 0,0 0,1 0,0 0,0-1,0 1,0-1,1 0,-1 0,1 0,0 0,0-1,0 0,0 0,0 0,0 0,1 0,-1-1,1 0,-1 0,1 0,-1 0,1-1,-1 0,5 0,0-4,0 0,-1 0,0-1,0 0,0 0,0-1,-1 0,0-1,0 1,-1-1,0-1,0 1,0-1,-1 0,0 0,-1-1,0 0,0 1,-1-1,0 0,-1-1,0 1,0 0,-1-1,0 1,-1-1,0 1,0-1,-2-7,2 15,0 1,0-1,0 0,0 1,-1-1,1 1,-1-1,1 1,-1-1,1 1,-1-1,0 1,0 0,1-1,-1 1,0 0,0-1,-1 1,1 0,0 0,0 0,0 0,-1 0,1 0,-1 1,1-1,0 0,-1 1,1-1,-1 1,0-1,1 1,-1 0,1 0,-1-1,1 1,-1 0,0 1,1-1,-1 0,1 0,-1 1,0-1,1 1,-1-1,0 1,-71 31,57-18,0-1,1 2,1 0,0 1,1 1,0 0,2 0,0 1,1 0,1 1,0 1,2-1,0 1,1 0,2 1,0-1,0 1,2 0,1 0,1 9,-1-27,1-1,0 0,0 1,0-1,0 0,1 1,-1-1,1 0,-1 0,1 1,0-1,0 0,0 0,0 0,0 0,0 0,0 0,1 0,-1 0,1-1,-1 1,1-1,0 1,0-1,0 1,0-1,0 0,0 0,0 0,0 0,0 0,0 0,1-1,-1 1,0-1,0 0,1 1,-1-1,0 0,1 0,-1-1,0 1,1 0,-1-1,0 1,0-1,2-1,101-47,-81 35,0-2,0-1,-2-1,0 0,-1-2,-1 0,-1-2,-1 0,-1-1,0-1,-2 0,-1-1,-1-1,-1 0,-11 23,0 0,-1 0,1 0,-1 0,1 0,-1 0,0 0,0 0,0 0,-1 0,1 0,-1 0,1 0,-1 0,0 0,0 0,-1 1,1-1,0 0,-1 1,0-1,1 1,-1-1,0 1,0 0,-1 0,1 0,0 0,-1 0,1 1,-1-1,1 1,-1-1,0 1,0 0,0 0,0 0,1 1,-1-1,0 1,0-1,0 1,0 0,0 0,0 0,0 1,0-1,0 1,0-1,0 1,-2 1,1-2,0 0,1 0,-1 0,1 0,-1 1,0-1,1 1,-1 0,1 0,0 0,-1 0,1 1,0 0,0-1,-1 1,1 0,1 1,-1-1,0 0,1 1,-1-1,1 1,0 0,-1 0,1 0,1 0,-1 0,0 1,1-1,0 0,0 1,0-1,0 1,0-1,1 1,-1 0,1-1,0 1,0-1,1 1,-1 0,1-1,-1 1,1-1,1 2,3 0,1-1,-1 0,1 0,0 0,1-1,-1 0,0 0,1 0,0-1,-1 0,1 0,0-1,0 0,0 0,0-1,0 0,6 0,-6 0,80-1,-63-3</inkml:trace>
  <inkml:trace contextRef="#ctx0" brushRef="#br0" timeOffset="2">5534 7654,'-4'2,"1"1,0-1,0 1,0 0,1 0,-1 1,1-1,0 0,0 1,0-1,0 1,0 0,1 0,0 0,0 0,0 0,0 0,0 0,1 0,0 0,0 0,0 0,0 0,1 0,-1 0,1 0,1 4,-1 5,-2-11,0 0,0 0,0 0,0 0,1 1,-1-1,1 0,0 0,0 1,0-1,0 0,0 0,0 1,0-1,1 0,-1 0,1 0,0 1,-1-1,1 0,0 0,0 0,1 0,-1 0,0 0,1-1,-1 1,1 0,-1-1,1 1,0-1,0 1,-1-1,1 0,0 0,0 0,1 0,-1 0,0 0,0-1,0 1,0-1,1 1,-1-1,0 0,0 0,1 0,-1 0,0 0,0-1,1 1,-1-1,0 1,0-1,0 0,0 0,0 0,0 0,0 0,0 0,0-1,0 1,0-1,7-8,0-1,-1 0,0 0,0-1,-2 0,1 0,-2-1,1 0,-2 0,0 0,0 0,-1-1,-1 0,0 1,-1-1,-1-12,0 24,-1 0,0-1,0 1,0 0,0 0,0 0,-1 0,1 0,-1 0,1 1,-1-1,0 0,1 1,-1-1,0 1,0-1,0 1,0 0,0 0,-1 0,1 0,0 0,0 1,-1-1,1 1,0-1,-1 1,1 0,0 0,-1 0,1 0,0 0,-1 1,1-1,0 1,-1-1,1 1,0 0,0 0,-1 0,1 0,0 0,0 1,0-1,1 1,-1-1,0 1,0 0,1-1,-1 1,1 0,0 0,-1 0,1 0,0 0,0 0,0 1,1-1,-11 10,1 0,1 1,0 0,0 1,2 0,0 0,0 1,1 0,1 0,1 0,0 0,1 1,0 0,1-1,1 1,1 0,1 8,-1-21,1 0,-1 0,1 0,0 0,0 0,0 0,1 0,-1 0,1-1,-1 1,1-1,0 1,0-1,0 0,0 1,0-1,1 0,-1 0,1-1,-1 1,1 0,0-1,0 0,-1 1,1-1,0 0,0-1,0 1,0 0,0-1,1 0,-1 0,0 0,0 0,0 0,0 0,2-1,111-41,-109 35,1 0,-1 0,-1 0,1-1,-1 0,-1 0,1-1,-1 0,-1 1,0-2,0 1,-1 0,0-1,0 0,-1 1,-1-1,0 0,0 0,0 0,-2 0,1 0,-2-6,2 13,-1 0,0 1,0-1,1 0,-2 1,1-1,0 1,0 0,-1-1,1 1,-1 0,0 0,0 0,0 0,0 0,0 0,0 1,0-1,0 1,-1-1,1 1,-1 0,1 0,-1 0,1 0,-1 0,0 1,1-1,-1 1,0 0,0 0,1 0,-1 0,0 0,0 0,1 1,-1-1,0 1,-1 1,-100 45,96-41,-1 1,2 0,-1 1,1-1,0 1,1 1,0 0,0-1,1 2,0-1,1 1,0-1,0 1,1 0,0 1,1-1,0 0,1 1,0-1,0 1,1 0,1-1,0 3,2-10,1 0,-1 0,0-1,1 1,0-1,0 0,0 0,0 0,0-1,0 0,0 1,0-1,0-1,1 1,-1-1,0 1,1-1,-1 0,0-1,1 1,-1-1,0 0,0 0,1 0,-1-1,0 1,0-1,0 0,-1 0,1 0,0-1,-1 1,0-1,3-2,2 1,0 0,0 0,0 0,-1-1,0-1,0 1,0-1,0 0,-1 0,0-1,-1 0,1 0,-1-1,-1 1,1-1,-1 0,-1 0,1-1,-1 1,-1-1,0 1,0-1,0 0,-1 0,-1 0,1 1,-1-2,-3 7,1 1,0 0,-1 0,1 0,-1 1,1-1,-1 0,0 1,0 0,0 0,0 0,0 0,0 0,0 0,0 1,0 0,0-1,0 1,0 0,0 1,0-1,-1 0,1 1,0 0,0 0,0 0,0 0,1 0,-1 0,0 1,0 0,1-1,-1 1,1 0,0 0,-1 0,0 2,-3 0,0 0,1 0,-1 1,1 0,0 0,0 0,1 0,-1 1,1 0,1 0,-1 0,1 0,0 1,0-1,1 1,0 0,0 0,0 0,1 1,1-7,0 1,0-1,0 0,0 0,0 0,1 0,-1 0,0 0,1 0,-1 1,1-1,-1 0,1 0,-1 0,1-1,0 1,-1 0,1 0,0 0,0 0,0-1,0 1,0 0,-1-1,1 1,0-1,0 1,1-1,-1 1,0-1,0 0,0 1,0-1,0 0,0 0,0 0,1 0,-1 0,0 0,0 0,0 0,0-1,0 1,0 0,1-1,-1 1,0 0,0-1,0 0,0 1,0-1,0 0,49-38,-45 32,0 0,-1-1,0 1,0-1,-1 0,0 0,-1-1,1 1,-2 0,1-1,-1 0,0 1,-1-1,0 1,-1-9,0 15,1 1,-1 0,1 0,-1 0,0 0,0 0,1 0,-1 0,0 0,0 0,0 0,0 0,0 0,0 1,0-1,0 0,-1 1,1-1,0 1,0-1,-1 1,1 0,0 0,0-1,-1 1,1 0,0 0,-1 0,1 0,0 0,0 1,-1-1,1 0,0 0,0 1,-1-1,1 1,0-1,0 1,0 0,0 0,0-1,0 1,0 0,0 0,0 0,0 0,0 0,0 0,0 0,-47 51,49-52,1-1,-1 1,0 0,0 0,1 0,-1 0,0 0,0 0,1 1,-1-1,0 0,0 1,0-1,1 1,-1-1,0 1,0-1,0 1,0 0,0-1,0 1,0 0,0 0,0 0,-1 0,1 0,0 0,0 0,-1 0,1 0,-1 0,1 1,-1-1,1 0,-1 0,0 0,0 1,1-1,-1 0,0 0,0 1,0-1,0 0,-1 0,1 1,0-1,0 0,-1 0,1 0,-1 1,1-1,-1 0,0 0,1 0,-1 0,0 0,0 0,1 0,-1 0,0 0,0-1,0 1,0 0,0 0,0-1,-1 1,57-58,-47 44</inkml:trace>
  <inkml:trace contextRef="#ctx0" brushRef="#br0" timeOffset="3">4010 8538,'-38'67,"-3"59,5 2,7 1,5 1,5 1,6 1,6 0,6 1,11 72,-10-186,0 6,1 0,1 0,1 0,1-1,2 1,0-1,1-1,9 19,-15-40,0 1,0-1,1 0,-1 0,0 0,1 0,-1 0,1 0,0 0,0 0,0-1,-1 1,2-1,-1 0,0 1,0-1,0 0,1 0,-1 0,0 0,1-1,-1 1,1-1,-1 1,1-1,-1 0,0 0,1 0,-1 0,1 0,-1-1,1 1,-1-1,1 0,-1 0,0 0,1 0,1-1,88-61,-72 47,109-102,-127 117,-1 0,0 0,1 0,-1 1,1-1,-1 0,1 1,0-1,-1 1,1-1,0 1,-1 0,1-1,0 1,-1 0,1 0,0 0,-1 1,1-1,0 0,-1 1,1-1,0 1,-1-1,1 1,-1 0,1 0,-1 0,1-1,-1 1,0 1,1-1,-1 0,0 0,0 0,0 1,0-1,0 0,0 1,0-1,0 2,42 71,-40-69,227 595,-229-595,0 0,0 0,1 0,0 0,0 0,0 0,1-1,0 1,0-1,0 0,0 0,0 0,1 0,0-1,0 1,0-1,0 0,0 0,1 0,-1-1,1 1,0-1,0 0,0-1,0 1,0-1,0 0,0 0,0-1,0 1,1-1,3-1,3 1,-1 0,1-1,0 0,-1-1,0-1,1 0,-1 0,0-1,-1-1,1 1,-1-2,0 0,0 0,0 0,-1-1,0-1,-1 0,1 0,-2 0,1-1,-1 0,0-1,-1 1,0-1,-1-1,0 1,0-1,-1 0,-1 0,0 0,0 0,-1-1,-2 4,4-26,11 40,123 282,-16-166,-118-119,1 0,-1 0,1-1,0 1,0-1,0-1,0 1,0-1,1 0,-1 0,0 0,1-1,-1 0,0 0,1 0,-1 0,0-1,1 0,-1 0,0-1,0 1,0-1,0 0,0-1,0 1,-1-1,1 0,-1 0,0 0,2-2,11-13,-1-1,-1 0,-1-1,-1 0,0-1,-1 0,-2-1,0-1,-2 0,0 0,-1 0,-2-1,0 0,-2 0,0-1,-2 1,0 0,-2-1,-1 1,-3-15,2-2,3-1,1 1,1 0,3-1,1 1,3 1,1 0,5-12,-12 49,0 1,0 0,1 0,-1 0,0 1,1-1,-1 1,1 0,0 0,-1 0,1 0,0 0,0 1,-1 0,1 0,0 0,0 0,0 1,-1-1,1 1,0 0,-1 0,1 0,-1 1,1-1,-1 1,1 0,-1 0,0 0,0 0,0 0,0 1,0 1,34 12,-5-7,-1-2,1-1,0-1,0-1,1-2,-1-2,32-2,-56-1,0 0,-1 0,1-1,-1 0,0 0,0-1,-1 0,1 0,-1-1,0 1,-1-1,1-1,-1 1,0-1,-1 0,0 0,0 0,0 0,-1-1,0 1,0-1,-1 0,0 0,-1 0,1 0,-2-1,1 1,-1 0,0 0,-1 0,0-1,0 1,-1 0,7-48,22-294,-18-297,-10 447,1 173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22:33:30.39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1156 822,'0'11,"0"32,-6 33,-6 30,-3 26,-3 14,1 6,3-10,4-19,4-19,3-22,2-25</inkml:trace>
  <inkml:trace contextRef="#ctx0" brushRef="#br0" timeOffset="645.78">1025 462,'-103'50,"82"-34,-62 49,3 4,3 4,4 3,3 3,3 2,4 4,3 3,5 1,3 4,-4 20,29-63,3 2,2 0,2 1,3 2,2 0,2 0,3 1,2 0,3 1,2 0,3 0,2 0,3-1,2 1,3 4,3-11,1 0,3-1,2-1,2-1,1 0,3-2,2-1,2-1,1-1,3-2,1-1,2-2,1-1,2-2,1-2,2-1,1-2,1-3,2-1,0-2,1-2,1-3,1-1,2-2,18 0,2-2,0-3,0-4,1-3,-1-2,1-4,-1-3,0-3,0-3,-1-4,-1-2,-1-3,0-4,-2-2,-1-3,-2-3,0-2,14-15,-17 5,-3-2,-2-3,-3-2,-1-2,-3-3,-3-1,-2-3,-2-1,-4-2,-2-1,-4-2,-2-2,-3 0,5-32,-8 18,-3-1,-5 0,-3-1,-4-1,-3 0,-5 0,-3 0,-4 0,-3 0,-5 1,-3 1,-4 1,-3 1,-4 1,-3 1,-4 1,-16-21,29 63,-2 0,-2 1,-1 2,-1 1,-2 1,-1 2,-2 1,-1 2,-1 1,-1 2,-1 1,-1 2,-1 2,0 1,-2 3,0 1,-14-2,-14-1,0 3,0 2,-1 4,-1 3,1 3,-1 4,-25 4,68-2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22:33:45.01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4108 7883,'-16'-555,"15"447,-5 33,3 1,3-1,4 1,3-1,3 1,4 1,3 0,2 1,4 1,20-40,87-50,-129 160,0-1,0 1,0 0,0-1,0 1,0 0,0 0,0-1,0 1,1 0,-1 0,0 0,1 1,-1-1,1 0,-1 0,1 1,-1-1,1 1,-1-1,1 1,0 0,-1 0,1-1,-1 1,1 0,0 1,-1-1,1 0,0 0,-1 1,1-1,-1 1,1-1,-1 1,1 0,-1-1,1 1,-1 0,0 0,1 0,-1 0,0 0,0 1,0-1,0 0,0 0,0 1,0-1,0 1,0-1,-1 1,1-1,-1 1,1-1,-1 1,1-1,-1 1,0 1,13 39,-3 0,-1 1,-3 0,-1 1,-1 31,10 73,-15-148,1 1,0 0,-1 0,1 0,0 0,-1-1,1 1,0 0,0 0,0 0,0 0,0 0,0 0,0 0,0-1,0 1,0 0,1 0,-1 0,0 0,0 0,1-1,-1 1,1 0,-1 0,1-1,-1 1,1 0,-1-1,1 1,0 0,-1-1,1 1,0-1,-1 1,1-1,0 1,0-1,0 0,-1 1,1-1,0 0,0 1,0-1,0 0,0 0,0 0,-1 0,1 0,0 0,0 0,0 0,0-1,0 1,0 0,-1 0,1-1,0 1,0 0,0-1,-1 1,1-1,0 1,0-1,-1 0,1 1,-1-1,1 0,0 1,42-64,-35 50,-4 6,32-57,3 1,3 3,2 1,3 2,2 2,40-34,-88 89,1 0,-1 0,0 0,0 0,0 0,1 0,-1 0,1 1,-1-1,0 0,1 1,-1-1,1 1,0 0,-1-1,1 1,-1 0,1 0,-1 0,1 0,-1 0,1 0,0 1,-1-1,1 0,-1 1,1-1,-1 1,1 0,-1-1,0 1,1 0,-1 0,0 0,0 0,1 0,-1 0,0 0,0 1,0-1,0 0,-1 0,1 1,0-1,0 1,-1-1,1 1,-1-1,1 1,-1-1,0 1,0-1,1 1,-1-1,0 1,0 0,-1-1,1 1,0-1,0 1,-1-1,1 1,-1-1,1 1,-1-1,0 1,0-1,0 1,2 53,20 71,-17-125,-1 1,1-1,0 0,-1 0,1-1,0 1,0-1,-1 0,1 0,0 0,0 0,-1-1,1 1,0-1,0 0,-1 0,1-1,-1 1,1-1,-1 1,0-1,1 0,-1 0,0-1,0 1,-1-1,1 1,1-3,4 0,144-103,-95 64,2 3,2 2,1 4,7-1,-67 34,0 1,0-1,1 0,-1 1,1 0,-1 0,1 0,-1 0,1 0,-1 0,1 0,0 1,0 0,-1-1,1 1,0 0,0 0,-1 0,1 1,0-1,0 1,-1 0,1-1,0 1,-1 0,1 1,-1-1,1 0,-1 1,0-1,0 1,0 0,0 0,0 0,0 0,0 0,0 0,-1 0,1 0,-1 1,1-1,-1 1,0-1,0 1,0 0,-1 0,-4 262,4-263,-1 0,1 0,0 0,0 0,0 0,0 0,0 0,0 0,1 0,-1 0,1 0,-1 0,1 0,0 0,-1 0,1-1,0 1,0 0,1 0,-1-1,0 1,0-1,1 1,-1-1,1 0,-1 1,1-1,0 0,0 0,-1 0,1 0,0 0,0-1,0 1,0 0,0-1,0 0,0 1,0-1,0 0,0 0,0 0,0 0,0 0,0-1,0 1,0-1,99-42,-71 27,-17 9,-10 5,0-1,0 1,0 0,0 0,1 0,-1 0,0 1,1-1,0 1,-1 0,1 0,0 0,-1 0,1 1,0-1,0 1,0 0,0 0,-1 1,1-1,0 1,0 0,-1 0,1 0,0 0,-1 1,4 1,21 152,37 321,-18-158,1 248,-45-474,-4 0,-4 0,-5 0,-7 21,11-81,-1-1,-2 0,-1 0,-1-1,-2-1,-1 0,-1 0,-2-2,-1 0,0-1,-2 0,-1-2,-23 20,23-30,-1-2,0 0,-1-2,-1 0,1-1,-1-2,-1 0,0-2,1-1,-1 0,-1-2,1-1,0-1,0-2,-11-1,-33 3,-134 8,110 0,0-5,0-3,1-5,-1-4,1-3,-29-11,90 12,1-1,1-2,0-1,1-1,0-1,1-2,2 0,0-2,1-1,0-1,2 0,1-2,1-1,-11-20,14 14,2-1,2 0,0-1,3 0,1-1,1 0,2-1,1 0,2 0,2 0,1 0,2 0,3-12,-5 42,1 0,0 1,1-1,0 0,-1 1,2-1,-1 1,0 0,1 0,0 0,1 0,-1 0,1 1,-1 0,1-1,1 1,-1 1,1-1,-1 1,1-1,0 1,0 1,0-1,6-1,2-4,13-8</inkml:trace>
  <inkml:trace contextRef="#ctx0" brushRef="#br0" timeOffset="1">4616 7604,'-5'0,"0"0,0 1,0-1,0 1,0 0,0 0,0 0,0 1,0 0,1 0,-1 0,1 1,-1-1,1 1,0 0,0 0,0 0,0 1,1 0,-1-1,1 1,0 0,0 1,1-1,-1 0,1 1,0 0,0-1,0 1,1 0,0 0,0 0,0 0,0 3,-2 1,1 1,0 0,0-1,1 1,0 0,1 0,0 0,0 0,1 0,0-1,1 1,0 0,2 2,-1-11,0 0,0 1,0-1,0 0,0 0,0-1,0 1,0-1,1 1,-1-1,0 0,0 0,1-1,-1 1,0-1,0 1,0-1,1 0,-1 0,0 0,0-1,-1 1,1-1,0 0,0 1,-1-1,1 0,-1-1,0 1,1 0,-1-1,0 1,0-1,1-2,0 2,11-9,1 2,-1-1,1-1,-2 0,0-1,0-1,-2 0,1 0,-2-1,0-1,-1 0,0 0,-1 0,-1-1,3-12,-10 26,-1 0,0 0,0 1,0-1,0 1,0-1,0 1,-1-1,1 1,-1 0,0-1,0 1,1 0,-2 0,1 0,0 1,0-1,0 0,-1 1,1-1,-1 1,1 0,-1 0,0 0,1 0,-1 1,0-1,0 1,1-1,-1 1,0 0,0 0,0 0,1 0,-1 1,0-1,0 1,1 0,-1 0,0 0,1 0,-1 0,1 0,-1 1,1-1,0 1,0 0,-1 0,1-1,0 1,0 1,-1 0,-4 6,0-1,0 1,1 0,0 1,1-1,0 1,1 0,0 1,0-1,1 1,0-1,1 1,0 0,1 0,0 0,1 8,-1-14,1-1,-1 1,1 0,1-1,-1 1,1-1,0 1,0 0,0-1,0 0,1 1,-1-1,1 0,1 0,-1 0,0 0,1 0,0 0,0-1,0 1,0-1,1 0,-1 0,1 0,0 0,0-1,0 0,0 0,0 0,0 0,1 0,-1-1,1 0,-1 0,1 0,-1 0,1-1,-1 0,5 0,0-4,0 0,-1 0,0-1,0 0,0 0,0-1,-1 0,0-1,0 1,-1-1,0-1,0 1,0-1,-1 0,0 0,-1-1,0 0,0 1,-1-1,0 0,-1-1,0 1,0 0,-1-1,0 1,-1-1,0 1,0-1,-2-7,2 15,0 1,0-1,0 0,0 1,-1-1,1 1,-1-1,1 1,-1-1,1 1,-1-1,0 1,0 0,1-1,-1 1,0 0,0-1,-1 1,1 0,0 0,0 0,0 0,-1 0,1 0,-1 1,1-1,0 0,-1 1,1-1,-1 1,0-1,1 1,-1 0,1 0,-1-1,1 1,-1 0,0 1,1-1,-1 0,1 0,-1 1,0-1,1 1,-1-1,0 1,-71 31,57-18,0-1,1 2,1 0,0 1,1 1,0 0,2 0,0 1,1 0,1 1,0 1,2-1,0 1,1 0,2 1,0-1,0 1,2 0,1 0,1 9,-1-27,1-1,0 0,0 1,0-1,0 0,1 1,-1-1,1 0,-1 0,1 1,0-1,0 0,0 0,0 0,0 0,0 0,0 0,1 0,-1 0,1-1,-1 1,1-1,0 1,0-1,0 1,0-1,0 0,0 0,0 0,0 0,0 0,0 0,1-1,-1 1,0-1,0 0,1 1,-1-1,0 0,1 0,-1-1,0 1,1 0,-1-1,0 1,0-1,2-1,101-47,-81 35,0-2,0-1,-2-1,0 0,-1-2,-1 0,-1-2,-1 0,-1-1,0-1,-2 0,-1-1,-1-1,-1 0,-11 23,0 0,-1 0,1 0,-1 0,1 0,-1 0,0 0,0 0,0 0,-1 0,1 0,-1 0,1 0,-1 0,0 0,0 0,-1 1,1-1,0 0,-1 1,0-1,1 1,-1-1,0 1,0 0,-1 0,1 0,0 0,-1 0,1 1,-1-1,1 1,-1-1,0 1,0 0,0 0,0 0,1 1,-1-1,0 1,0-1,0 1,0 0,0 0,0 0,0 1,0-1,0 1,0-1,0 1,-2 1,1-2,0 0,1 0,-1 0,1 0,-1 1,0-1,1 1,-1 0,1 0,0 0,-1 0,1 1,0 0,0-1,-1 1,1 0,1 1,-1-1,0 0,1 1,-1-1,1 1,0 0,-1 0,1 0,1 0,-1 0,0 1,1-1,0 0,0 1,0-1,0 1,0-1,1 1,-1 0,1-1,0 1,0-1,1 1,-1 0,1-1,-1 1,1-1,1 2,3 0,1-1,-1 0,1 0,0 0,1-1,-1 0,0 0,1 0,0-1,-1 0,1 0,0-1,0 0,0 0,0-1,0 0,6 0,-6 0,80-1,-63-3</inkml:trace>
  <inkml:trace contextRef="#ctx0" brushRef="#br0" timeOffset="2">5534 7654,'-4'2,"1"1,0-1,0 1,0 0,1 0,-1 1,1-1,0 0,0 1,0-1,0 1,0 0,1 0,0 0,0 0,0 0,0 0,0 0,1 0,0 0,0 0,0 0,0 0,1 0,-1 0,1 0,1 4,-1 5,-2-11,0 0,0 0,0 0,0 0,1 1,-1-1,1 0,0 0,0 1,0-1,0 0,0 0,0 1,0-1,1 0,-1 0,1 0,0 1,-1-1,1 0,0 0,0 0,1 0,-1 0,0 0,1-1,-1 1,1 0,-1-1,1 1,0-1,0 1,-1-1,1 0,0 0,0 0,1 0,-1 0,0 0,0-1,0 1,0-1,1 1,-1-1,0 0,0 0,1 0,-1 0,0 0,0-1,1 1,-1-1,0 1,0-1,0 0,0 0,0 0,0 0,0 0,0 0,0-1,0 1,0-1,7-8,0-1,-1 0,0 0,0-1,-2 0,1 0,-2-1,1 0,-2 0,0 0,0 0,-1-1,-1 0,0 1,-1-1,-1-12,0 24,-1 0,0-1,0 1,0 0,0 0,0 0,-1 0,1 0,-1 0,1 1,-1-1,0 0,1 1,-1-1,0 1,0-1,0 1,0 0,0 0,-1 0,1 0,0 0,0 1,-1-1,1 1,0-1,-1 1,1 0,0 0,-1 0,1 0,0 0,-1 1,1-1,0 1,-1-1,1 1,0 0,0 0,-1 0,1 0,0 0,0 1,0-1,1 1,-1-1,0 1,0 0,1-1,-1 1,1 0,0 0,-1 0,1 0,0 0,0 0,0 1,1-1,-11 10,1 0,1 1,0 0,0 1,2 0,0 0,0 1,1 0,1 0,1 0,0 0,1 1,0 0,1-1,1 1,1 0,1 8,-1-21,1 0,-1 0,1 0,0 0,0 0,0 0,1 0,-1 0,1-1,-1 1,1-1,0 1,0-1,0 0,0 1,0-1,1 0,-1 0,1-1,-1 1,1 0,0-1,0 0,-1 1,1-1,0 0,0-1,0 1,0 0,0-1,1 0,-1 0,0 0,0 0,0 0,0 0,2-1,111-41,-109 35,1 0,-1 0,-1 0,1-1,-1 0,-1 0,1-1,-1 0,-1 1,0-2,0 1,-1 0,0-1,0 0,-1 1,-1-1,0 0,0 0,0 0,-2 0,1 0,-2-6,2 13,-1 0,0 1,0-1,1 0,-2 1,1-1,0 1,0 0,-1-1,1 1,-1 0,0 0,0 0,0 0,0 0,0 0,0 1,0-1,0 1,-1-1,1 1,-1 0,1 0,-1 0,1 0,-1 0,0 1,1-1,-1 1,0 0,0 0,1 0,-1 0,0 0,0 0,1 1,-1-1,0 1,-1 1,-100 45,96-41,-1 1,2 0,-1 1,1-1,0 1,1 1,0 0,0-1,1 2,0-1,1 1,0-1,0 1,1 0,0 1,1-1,0 0,1 1,0-1,0 1,1 0,1-1,0 3,2-10,1 0,-1 0,0-1,1 1,0-1,0 0,0 0,0 0,0-1,0 0,0 1,0-1,0-1,1 1,-1-1,0 1,1-1,-1 0,0-1,1 1,-1-1,0 0,0 0,1 0,-1-1,0 1,0-1,0 0,-1 0,1 0,0-1,-1 1,0-1,3-2,2 1,0 0,0 0,0 0,-1-1,0-1,0 1,0-1,0 0,-1 0,0-1,-1 0,1 0,-1-1,-1 1,1-1,-1 0,-1 0,1-1,-1 1,-1-1,0 1,0-1,0 0,-1 0,-1 0,1 1,-1-2,-3 7,1 1,0 0,-1 0,1 0,-1 1,1-1,-1 0,0 1,0 0,0 0,0 0,0 0,0 0,0 0,0 1,0 0,0-1,0 1,0 0,0 1,0-1,-1 0,1 1,0 0,0 0,0 0,0 0,1 0,-1 0,0 1,0 0,1-1,-1 1,1 0,0 0,-1 0,0 2,-3 0,0 0,1 0,-1 1,1 0,0 0,0 0,1 0,-1 1,1 0,1 0,-1 0,1 0,0 1,0-1,1 1,0 0,0 0,0 0,1 1,1-7,0 1,0-1,0 0,0 0,0 0,1 0,-1 0,0 0,1 0,-1 1,1-1,-1 0,1 0,-1 0,1-1,0 1,-1 0,1 0,0 0,0 0,0-1,0 1,0 0,-1-1,1 1,0-1,0 1,1-1,-1 1,0-1,0 0,0 1,0-1,0 0,0 0,0 0,1 0,-1 0,0 0,0 0,0 0,0-1,0 1,0 0,1-1,-1 1,0 0,0-1,0 0,0 1,0-1,0 0,49-38,-45 32,0 0,-1-1,0 1,0-1,-1 0,0 0,-1-1,1 1,-2 0,1-1,-1 0,0 1,-1-1,0 1,-1-9,0 15,1 1,-1 0,1 0,-1 0,0 0,0 0,1 0,-1 0,0 0,0 0,0 0,0 0,0 0,0 1,0-1,0 0,-1 1,1-1,0 1,0-1,-1 1,1 0,0 0,0-1,-1 1,1 0,0 0,-1 0,1 0,0 0,0 1,-1-1,1 0,0 0,0 1,-1-1,1 1,0-1,0 1,0 0,0 0,0-1,0 1,0 0,0 0,0 0,0 0,0 0,0 0,0 0,-47 51,49-52,1-1,-1 1,0 0,0 0,1 0,-1 0,0 0,0 0,1 1,-1-1,0 0,0 1,0-1,1 1,-1-1,0 1,0-1,0 1,0 0,0-1,0 1,0 0,0 0,0 0,-1 0,1 0,0 0,0 0,-1 0,1 0,-1 0,1 1,-1-1,1 0,-1 0,0 0,0 1,1-1,-1 0,0 0,0 1,0-1,0 0,-1 0,1 1,0-1,0 0,-1 0,1 0,-1 1,1-1,-1 0,0 0,1 0,-1 0,0 0,0 0,1 0,-1 0,0 0,0-1,0 1,0 0,0 0,0-1,-1 1,57-58,-47 44</inkml:trace>
  <inkml:trace contextRef="#ctx0" brushRef="#br0" timeOffset="3">4010 8538,'-38'67,"-3"59,5 2,7 1,5 1,5 1,6 1,6 0,6 1,11 72,-10-186,0 6,1 0,1 0,1 0,1-1,2 1,0-1,1-1,9 19,-15-40,0 1,0-1,1 0,-1 0,0 0,1 0,-1 0,1 0,0 0,0 0,0-1,-1 1,2-1,-1 0,0 1,0-1,0 0,1 0,-1 0,0 0,1-1,-1 1,1-1,-1 1,1-1,-1 0,0 0,1 0,-1 0,1 0,-1-1,1 1,-1-1,1 0,-1 0,0 0,1 0,1-1,88-61,-72 47,109-102,-127 117,-1 0,0 0,1 0,-1 1,1-1,-1 0,1 1,0-1,-1 1,1-1,0 1,-1 0,1-1,0 1,-1 0,1 0,0 0,-1 1,1-1,0 0,-1 1,1-1,0 1,-1-1,1 1,-1 0,1 0,-1 0,1-1,-1 1,0 1,1-1,-1 0,0 0,0 0,0 1,0-1,0 0,0 1,0-1,0 2,42 71,-40-69,227 595,-229-595,0 0,0 0,1 0,0 0,0 0,0 0,1-1,0 1,0-1,0 0,0 0,0 0,1 0,0-1,0 1,0-1,0 0,0 0,1 0,-1-1,1 1,0-1,0 0,0-1,0 1,0-1,0 0,0 0,0-1,0 1,1-1,3-1,3 1,-1 0,1-1,0 0,-1-1,0-1,1 0,-1 0,0-1,-1-1,1 1,-1-2,0 0,0 0,0 0,-1-1,0-1,-1 0,1 0,-2 0,1-1,-1 0,0-1,-1 1,0-1,-1-1,0 1,0-1,-1 0,-1 0,0 0,0 0,-1-1,-2 4,4-26,11 40,123 282,-16-166,-118-119,1 0,-1 0,1-1,0 1,0-1,0-1,0 1,0-1,1 0,-1 0,0 0,1-1,-1 0,0 0,1 0,-1 0,0-1,1 0,-1 0,0-1,0 1,0-1,0 0,0-1,0 1,-1-1,1 0,-1 0,0 0,2-2,11-13,-1-1,-1 0,-1-1,-1 0,0-1,-1 0,-2-1,0-1,-2 0,0 0,-1 0,-2-1,0 0,-2 0,0-1,-2 1,0 0,-2-1,-1 1,-3-15,2-2,3-1,1 1,1 0,3-1,1 1,3 1,1 0,5-12,-12 49,0 1,0 0,1 0,-1 0,0 1,1-1,-1 1,1 0,0 0,-1 0,1 0,0 0,0 1,-1 0,1 0,0 0,0 0,0 1,-1-1,1 1,0 0,-1 0,1 0,-1 1,1-1,-1 1,1 0,-1 0,0 0,0 0,0 0,0 1,0 1,34 12,-5-7,-1-2,1-1,0-1,0-1,1-2,-1-2,32-2,-56-1,0 0,-1 0,1-1,-1 0,0 0,0-1,-1 0,1 0,-1-1,0 1,-1-1,1-1,-1 1,0-1,-1 0,0 0,0 0,0 0,-1-1,0 1,0-1,-1 0,0 0,-1 0,1 0,-2-1,1 1,-1 0,0 0,-1 0,0-1,0 1,-1 0,7-48,22-294,-18-297,-10 447,1 173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22:33:25.73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7243 3166,'-6'0,"-1"1,0 0,0 1,0-1,1 2,-1-1,1 1,-1-1,1 2,0-1,0 1,1 0,-1 0,1 0,0 1,0 0,0 0,1 0,-1 1,1-1,1 1,-1 0,0 3,-59 153,36-30,5 1,6 2,6-1,6 113,1-205,2 0,2 0,1 0,2 0,3-1,1 1,1-1,3-1,1 0,2-1,2 0,1-2,15 22,-25-50,1 0,0 0,0-1,1 0,0-1,1 0,0-1,0 0,0-1,1 0,-1 0,1-1,0-1,1 0,-1-1,0 0,1-1,-1 0,8-1,236-35,-254 35,61-12,-1-3,-1-3,0-2,-1-3,-2-2,0-3,-2-3,-1-2,-2-2,45-39,-79 55,-1-2,0 1,-2-2,0 0,-2-1,0-1,-2 0,0-1,-2 0,-1-1,-1 0,-1 0,-1-1,-1 1,-2-1,-1 0,-1-1,-1 1,-2-11,-1 1,-2 0,-1 1,-2 0,-1 1,-2 0,-1 0,-2 1,-1 0,-2 2,-2 0,0 1,-2 0,-1 2,-4-2,-15-11,-1 1,-2 3,-1 1,-2 2,-2 3,-1 1,-1 3,-1 2,-2 2,0 3,-1 2,-2 3,-46-8,93 21,-1 1,0 0,1 0,-1 1,0 1,0-1,0 2,0 0,1 0,-1 1,0 0,1 1,-1 0,1 0,0 1,0 1,0 0,1 0,0 1,0 0,0 0,1 1,0 1,-4 3,-25 40,1 2,3 1,3 2,1 0,4 3,1 0,4 1,2 1,3 0,2 2,3-1,-1 62,5-69,2 1,2-1,3 1,2 0,3-1,2 1,2-2,3 1,3-1,-10-36,2 0,0-1,0 0,2-1,0 0,1 0,1-1,0 0,1-1,0-1,2 0,-1-1,1 0,1-1,0-1,1-1,-1 0,2-1,-1-1,1 0,0-1,1-1,-1-1,1-1,0-1,0 0,0-1,0-1,0-1,0-1,0 0,8-3,31-8,-1-3,0-2,-2-3,0-1,-1-4,-2-1,0-3,-2-2,-2-3,-1-1,-2-2,32-35,-53 44,-1 0,-1-1,-1-2,-2 0,-1-1,-1-1,-3 0,0-1,-2-1,-2 0,-1 0,-2-1,-2 0,-1-1,-2 1,-1-1,-2 1,-2-1,-1 1,-2 0,-2 0,-8-22,6 30,-2 1,-1 1,-1 0,-1 1,-1 0,-1 1,-2 1,0 1,-2 1,0 1,-2 0,0 2,-1 0,-1 2,0 1,-2 1,1 1,-2 1,0 1,0 2,-1 1,0 1,-1 2,0 1,0 1,-16 0,30 7,1 0,0 1,1 0,-1 2,1-1,0 2,0 0,0 1,1 0,0 0,1 2,0 0,1 0,0 1,0 0,1 1,1 0,0 1,0 0,-12 11,-103 130,101-121</inkml:trace>
  <inkml:trace contextRef="#ctx0" brushRef="#br0" timeOffset="1503.773">0 8000,'191'-155,"200"-93,11 17,78-15,4 6,30-11,447-298,-141-52,-133 179,41-107,-325 260,-76 78,-312 179</inkml:trace>
  <inkml:trace contextRef="#ctx0" brushRef="#br0" timeOffset="2771.63">5539 3903,'388'-142,"-195"88,2 8,2 8,2 10,43 5,-240 21,1 1,-1 0,1 0,-1 0,1 1,-1-1,1 0,-1 1,1 0,-1 0,1-1,0 2,-1-1,1 0,-1 0,1 1,-1-1,1 1,-1 0,1 0,-1 0,1 0,-1 0,0 1,0-1,0 1,0-1,0 1,0 0,0 0,0 0,-1 0,1 0,0 0,-1 0,0 0,0 1,0-1,0 1,0-1,0 0,0 1,-1 0,0-1,1 1,-1-1,0 1,0 0,0-1,0 1,-1-1,1 1,-1-1,0 1,1-1,-1 1,0-1,-1 1,1-1,0 0,-1 1,-24 53,-3-1,-1 0,-4-3,-19 23,23-32,-158 222,-11-9,-11-8,-11-10,-56 32,246-242</inkml:trace>
  <inkml:trace contextRef="#ctx0" brushRef="#br0" timeOffset="7480.831">9667 1359,'69'-31,"1"4,1 2,2 4,0 3,1 3,0 3,1 3,12 4,-82 3,0 1,0 1,0-1,0 0,0 1,0 0,0 0,0 1,0 0,-1-1,1 2,0-1,0 0,-1 1,1 0,0 0,-1 0,0 1,0-1,1 1,-2 0,1 1,0-1,-1 0,1 1,-1 0,0 0,0 0,-1 0,1 0,-1 1,0-1,1 4,4 23,-1 0,-2 0,-1 0,-1 1,-2 0,-1-1,-1 1,-2-1,-2 0,0 0,-10 25,-2-13,-1-1,-3 0,-1-2,-2 0,-2-2,-1-1,-2-1,-1-2,-2 0,-1-3,-2-1,-1-1,-1-2,-2-2,-30 14,64-35,0 0,0-1,-1 1,1-1,-1-1,0 1,1-1,-1 0,-1-1,1 0,0 0,0 0,0-1,0 0,-1 0,1-1,0 0,0 0,0-1,0 0,0 0,1-1,-1 1,-5-4,12 4,0 0,0 0,0 1,0-1,0 0,0 0,0 1,1-1,-1 0,1 1,-1-1,1 0,0 1,-1-1,1 1,0-1,0 1,0-1,0 1,1 0,-1-1,0 1,0 0,1 0,-1 0,1 0,-1 0,1 0,-1 0,1 1,0-1,-1 1,1-1,0 1,-1-1,1 1,0 0,0 0,-1 0,2 0,54-16,1 3,0 2,1 3,0 3,0 2,53 4,-66-1,343 11,-388-11,6 1,0 1,0-2,0 1,0-1,0 0,0 0,0-1,0 0,0-1,0 1,0-1,0-1,0 1,-1-1,1 0,-1-1,0 1,0-1,1-1,16-22</inkml:trace>
  <inkml:trace contextRef="#ctx0" brushRef="#br0" timeOffset="8019.25">9634 65,'-74'49,"24"16,4 3,2 2,3 1,4 2,2 2,4 2,4 0,2 2,5 0,2 2,4 5,-40 210,14 1,12 2,11 196,14-303,8-1,8 0,9 0,8-2,9-1,7-3,63 158,-90-295,2-1,2-1,2-1,2-1,2-1,21 23,-36-51,-1 0,2-1,0-1,1 0,0-1,1-1,0-1,0 0,1-1,1-1,0-1,0 0,0-1,0-2,1 0,0 0,0-2,4-1,43-3,1-4,-1-2,-1-4,0-2,0-3,43-19,130-51,-4-11,-4-9,-5-11,-5-10,-7-9,9-19,-59 39,-6-6,-4-7,-7-7,-6-6,66-91,-159 172,-3-1,-3-3,-3-1,-3-2,-2-1,17-58,-38 88,-1-1,-2-1,-1 0,-3 0,-1 0,-3-1,-1 0,-2 1,-2-1,-1 1,-3-1,-1 2,-3-2,-6-8,-3 1,-1 1,-3 1,-2 1,-2 2,-1 0,-3 2,-2 1,-1 2,-29-25,-21-13,-3 4,-4 4,-3 4,-41-20,-97-37,-4 9,-6 11,-3 10,-5 11,-3 12,-256-37,171 47</inkml:trace>
  <inkml:trace contextRef="#ctx0" brushRef="#br0" timeOffset="47038.999">14284 6930,'201'-126,"915"-559,-1073 658,86-50,-3-5,-4-5,-5-6,40-44,31-79,-3 53,-31 26,6 6,28-9,49-38,44-38,-1-16,-128 94,199-162,-112 63,10 11,171-114,927-639,-448 290,-820 619,-4-3,-2-3,-4-3,36-58,-61 83,1 3,3 2,2 1,2 3,2 3,29-17,155-133,-214 169</inkml:trace>
  <inkml:trace contextRef="#ctx0" brushRef="#br0" timeOffset="47750.155">21838 621,'153'-90,"3"6,3 7,50-12,-171 73,457-176,-386 172,-106 24,0 0,-1 0,1 0,-1 0,0 1,0-1,0 1,0 0,-1-1,0 1,0 0,0 0,-1 0,1-1,-1 1,0 0,-1 0,1 0,-1 0,0 0,0 0,-1-1,1 1,-1-1,0 1,0-1,0 1,-1-1,0 0,0 0,0 6,-45 104,-5-2,-57 89,109-201,-13 25</inkml:trace>
  <inkml:trace contextRef="#ctx0" brushRef="#br0" timeOffset="49311.249">18282 2571,'-68'0,"24"-3,-1 3,1 1,0 3,0 1,0 2,1 2,-22 9,50-8,0 2,1 0,1 0,0 2,0-1,1 1,1 1,1 0,0 1,1 0,0 1,1 0,1 0,1 0,1 1,0 0,1 0,1 0,1 0,0 1,2 1,-16 86,5 1,5 1,4 0,9 63,-4-132,1 0,2 0,2-1,1 0,2 0,2-1,1 0,2-1,1-1,2-1,2 0,1-1,1-2,19 20,-20-25,1 0,1-2,1 0,1-2,1-1,1-1,1-2,0 0,2-2,0-1,0-2,2-1,-1-2,1 0,1-3,-1-1,2-1,47 0,0-5,0-2,0-5,-1-3,0-3,-1-4,0-4,-2-3,66-30,-122 44,-1 0,0-2,-1 0,-1-2,0 0,0-1,-2-1,0-1,0 0,-2-1,0-1,-2 0,0-1,-1 0,0-1,-2-1,-1 0,0 0,-2 0,1-8,15-45,-4-1,-3-1,-4 0,-2-2,-4 1,-4 0,-3-1,-4-7,3 65,-1-1,0 1,-2 0,0 1,-2-1,0 1,-1 0,-1 1,-1 0,-1 0,0 1,-1 1,-1 0,-1 0,-1 1,0 1,0 1,-2 0,0 1,0 1,-1 0,-6-2,-59-23,-2 3,-2 3,-1 5,0 3,-2 5,0 3,-1 4,-1 4,-85 5,156 5,0 0,1 2,-1 0,1 1,1 1,-1 1,1 1,1 0,-1 2,-11 9,-40 18,-146 68,194-95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91FD72-71AE-426F-8721-5FE9353CFF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2C9623-BAC3-4CB4-8E4D-7ED00C9415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66BAA4-1A40-45C4-9F46-19B01E03C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E9D20-C914-475A-A1DA-AA73B73D87C2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D792CF-C02E-4C4C-8494-05FADD545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D93FB6-4D16-476F-89FB-51DC9E9DE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843B7-DA74-407A-8B58-D938E3175B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8578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087A52-BC4F-4661-9F1E-7190F65DB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4981E8-C38C-403C-8A65-895829060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83E61A-AA98-4445-9E0B-0728D53C3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E9D20-C914-475A-A1DA-AA73B73D87C2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042C57-2268-4FC8-80F7-6955A1C45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DC2763-515E-4949-A3B6-CF266B33D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843B7-DA74-407A-8B58-D938E3175B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537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D6EFF7-CDBC-4692-B255-0FE22FAF2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EBC59C-8684-4C47-8D1A-0C5C5F2B7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6F3500-8B8E-482A-A730-1040B7D3D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E9D20-C914-475A-A1DA-AA73B73D87C2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D84639-3D65-4D7C-8260-CB841798D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134417-AE3E-4119-863B-A7D1A442F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843B7-DA74-407A-8B58-D938E3175B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015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7D1FA4-81BC-4A87-AFCD-A34D1F305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E32CC4-0CC3-4417-9DAC-F185586551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CC3DB3-E84B-4BEB-9BDD-AC2C7CC60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C64983-8D15-4C50-A091-1B0328EC4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E9D20-C914-475A-A1DA-AA73B73D87C2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1C790F-F8AE-431C-A266-CF092F881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C1D3F0-6205-45ED-BAC0-35704F31D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843B7-DA74-407A-8B58-D938E3175B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0282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7374FD-5749-41F0-8592-1781FED7C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B90348-AA9D-4101-A67C-C5471B424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C3EE9F-1F64-4239-9C9E-B34B90562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7DA4652-18A1-4FB7-9BBC-CD0F29FAEF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FA388F0-FDC5-4393-8F4B-BF5662BA0C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FAEA8DB-7DC4-4215-9666-2F3429074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E9D20-C914-475A-A1DA-AA73B73D87C2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67BFBAB-C29C-4635-A72C-A61950337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F4AA586-A9EF-4ACF-BCA8-7BB157F6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843B7-DA74-407A-8B58-D938E3175B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445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EBBE03-A2D8-4B4E-AAB7-9440D7516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1C60A3B-082F-4BA2-92FF-604AE8C91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E9D20-C914-475A-A1DA-AA73B73D87C2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95BDA7C-3FFA-4A32-BD57-3EFCBBF9E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66CDC0E-1C46-40C8-9BF0-BF27B00F1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843B7-DA74-407A-8B58-D938E3175B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5781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2F1C22E-0463-4ADA-AD4F-C3B7185DA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E9D20-C914-475A-A1DA-AA73B73D87C2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05218-4041-4A9D-8BED-BD368EADC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4ABE3A-F3D9-4B7D-9439-8FEADAE8F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843B7-DA74-407A-8B58-D938E3175B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738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223979-DF3E-44B8-B0EB-181344838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04751F-342C-4132-A08D-27613C5CF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4D08E5-7D9C-4393-9584-4DF638440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8018F8-BCC9-4610-B4FD-1E3CA9931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E9D20-C914-475A-A1DA-AA73B73D87C2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B643C9-9527-420A-A34A-E8BCE5D7E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EA0AE8-98E5-4B8A-B169-420263159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843B7-DA74-407A-8B58-D938E3175B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130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031B38-E915-4308-99A5-7B8CD4E8F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07C2ADF-5239-44E5-9D07-B18FF7CD91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44615F-76C3-456A-8139-E9820B939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AEC63C-0CE2-4274-947A-8C785814E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E9D20-C914-475A-A1DA-AA73B73D87C2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E6CC38-E4A0-4605-872B-2BF5477D5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03B019-DF52-4B54-AAD7-8165FFC2D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843B7-DA74-407A-8B58-D938E3175B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0650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A89BED-E655-47CE-AA4C-C19C21FBC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A4053B-7207-4173-8201-757ACF8DA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EE4880-18A9-4A54-BE61-3A9431F4F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E9D20-C914-475A-A1DA-AA73B73D87C2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DBF43D-D218-4DDC-AEA9-57DE1A960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C248AC-9807-4CB6-801D-988D87B82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843B7-DA74-407A-8B58-D938E3175B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812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3226C63-5D4E-43A1-BFBA-413367A657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5F6017A-C8A1-4D61-9E03-7E328C7DA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56A8A0-249D-407D-8138-B43569CED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E9D20-C914-475A-A1DA-AA73B73D87C2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CCB205-58E6-4651-B71F-F6CE42400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746BA2-7A2D-4B9F-A43B-D7CF825E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843B7-DA74-407A-8B58-D938E3175B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8729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C7FF9BF-D980-4605-AC95-7113BF1D8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9FC2E6-D045-487A-8B70-81932678D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617BE7-EA24-469E-93E6-60166C6266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E9D20-C914-475A-A1DA-AA73B73D87C2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576B51-57F4-4E99-8C9B-DB17E29BC8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CA6AE3-259F-4CC3-B606-624D9F709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843B7-DA74-407A-8B58-D938E3175B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870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openxmlformats.org/officeDocument/2006/relationships/customXml" Target="../ink/ink5.xml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7.png"/><Relationship Id="rId4" Type="http://schemas.openxmlformats.org/officeDocument/2006/relationships/customXml" Target="../ink/ink3.xml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1E9E49-2D6B-4F6C-B1FA-EDFFEE1C38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1C567B2-2415-4044-9BFE-4C05A6326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028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24E263-5C4B-4989-8E57-1371FB085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\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0FB5C6B-B834-4242-9165-950DD4D22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787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C6ED402-D334-4AEB-979D-FBF93C75D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251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3C9E6C3C-D586-4208-AC9C-5F773F9B6E1D}"/>
                  </a:ext>
                </a:extLst>
              </p14:cNvPr>
              <p14:cNvContentPartPr/>
              <p14:nvPr/>
            </p14:nvContentPartPr>
            <p14:xfrm>
              <a:off x="1647790" y="796134"/>
              <a:ext cx="9172080" cy="3926160"/>
            </p14:xfrm>
          </p:contentPart>
        </mc:Choice>
        <mc:Fallback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3C9E6C3C-D586-4208-AC9C-5F773F9B6E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38790" y="787494"/>
                <a:ext cx="9189720" cy="3943800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그림 14">
            <a:extLst>
              <a:ext uri="{FF2B5EF4-FFF2-40B4-BE49-F238E27FC236}">
                <a16:creationId xmlns:a16="http://schemas.microsoft.com/office/drawing/2014/main" id="{D6E3271B-66A0-46F5-88DE-B9C54730A2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71"/>
            <a:ext cx="12192000" cy="685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308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3C9E6C3C-D586-4208-AC9C-5F773F9B6E1D}"/>
                  </a:ext>
                </a:extLst>
              </p14:cNvPr>
              <p14:cNvContentPartPr/>
              <p14:nvPr/>
            </p14:nvContentPartPr>
            <p14:xfrm>
              <a:off x="1995922" y="3113640"/>
              <a:ext cx="849600" cy="1757520"/>
            </p14:xfrm>
          </p:contentPart>
        </mc:Choice>
        <mc:Fallback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3C9E6C3C-D586-4208-AC9C-5F773F9B6E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6922" y="3104640"/>
                <a:ext cx="867240" cy="177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160EF283-8702-42C0-B48C-A9C490DE11EA}"/>
                  </a:ext>
                </a:extLst>
              </p14:cNvPr>
              <p14:cNvContentPartPr/>
              <p14:nvPr/>
            </p14:nvContentPartPr>
            <p14:xfrm>
              <a:off x="456922" y="1068120"/>
              <a:ext cx="1051200" cy="1173960"/>
            </p14:xfrm>
          </p:contentPart>
        </mc:Choice>
        <mc:Fallback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160EF283-8702-42C0-B48C-A9C490DE11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8282" y="1059120"/>
                <a:ext cx="1068840" cy="11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F4B04AD2-7E80-49E4-9F5D-04738BE08F4A}"/>
                  </a:ext>
                </a:extLst>
              </p14:cNvPr>
              <p14:cNvContentPartPr/>
              <p14:nvPr/>
            </p14:nvContentPartPr>
            <p14:xfrm>
              <a:off x="6934912" y="2974749"/>
              <a:ext cx="849600" cy="175752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F4B04AD2-7E80-49E4-9F5D-04738BE08F4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5912" y="2965749"/>
                <a:ext cx="867240" cy="177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2B7C3239-B320-4E85-AACF-6FCC035AB29B}"/>
                  </a:ext>
                </a:extLst>
              </p14:cNvPr>
              <p14:cNvContentPartPr/>
              <p14:nvPr/>
            </p14:nvContentPartPr>
            <p14:xfrm>
              <a:off x="2845522" y="1068120"/>
              <a:ext cx="8345868" cy="2880023"/>
            </p14:xfrm>
          </p:contentPart>
        </mc:Choice>
        <mc:Fallback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2B7C3239-B320-4E85-AACF-6FCC035AB29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36522" y="1059480"/>
                <a:ext cx="8363508" cy="2897663"/>
              </a:xfrm>
              <a:prstGeom prst="rect">
                <a:avLst/>
              </a:prstGeom>
            </p:spPr>
          </p:pic>
        </mc:Fallback>
      </mc:AlternateContent>
      <p:pic>
        <p:nvPicPr>
          <p:cNvPr id="21" name="그림 20">
            <a:extLst>
              <a:ext uri="{FF2B5EF4-FFF2-40B4-BE49-F238E27FC236}">
                <a16:creationId xmlns:a16="http://schemas.microsoft.com/office/drawing/2014/main" id="{7AD200EC-D932-4D38-8C0F-42492E8FB2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611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18DC54B-A0A7-4C5C-A3BD-4FCDA7198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584"/>
            <a:ext cx="12192000" cy="541866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638F571-19DE-4002-B1B4-C25DC3514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90" y="980855"/>
            <a:ext cx="429297" cy="54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855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77B995F-5F96-4D50-AD7F-8B3EC929F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2397"/>
            <a:ext cx="12192000" cy="541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2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354F4A-650C-4563-B148-BB5AF30B8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DA9009-1133-4668-A5A1-CA1BC81D3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71584C2-B1CC-4D5E-A4AD-DA681C777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37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90739A-383E-49BE-B6D7-6D9C31B56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8AD04C-6FE1-4C89-92AE-140BC033E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86BD8CB-96E0-4BC2-A81F-4A810686B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149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</Words>
  <Application>Microsoft Office PowerPoint</Application>
  <PresentationFormat>와이드스크린</PresentationFormat>
  <Paragraphs>1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admin</cp:lastModifiedBy>
  <cp:revision>8</cp:revision>
  <dcterms:created xsi:type="dcterms:W3CDTF">2026-10-14T22:16:26Z</dcterms:created>
  <dcterms:modified xsi:type="dcterms:W3CDTF">2026-10-15T00:12:48Z</dcterms:modified>
</cp:coreProperties>
</file>